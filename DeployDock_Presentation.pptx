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8BDF8"/>
                </a:solidFill>
                <a:latin typeface="Segoe UI"/>
              </a:defRPr>
            </a:pPr>
            <a:r>
              <a:t>DeployDock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BD5E1"/>
                </a:solidFill>
                <a:latin typeface="Segoe UI"/>
              </a:defRPr>
            </a:pPr>
            <a:r>
              <a:t>Self-Hosted Docker Container Management &amp; Deployment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68880"/>
            <a:ext cx="3931920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TEAM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Divija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3931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Aatmasree Srinivas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7822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Jagrathi 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GUIDE / MENTOR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Dr. Sumathi Pawar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28 March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What is DeployDock?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DeployDock is a self-hosted Docker PaaS dashboard that provides a clean web interface</a:t>
            </a:r>
            <a:br/>
            <a:r>
              <a:t>to manage containers, deploy applications, and monitor resources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3474720" cy="329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3063240"/>
            <a:ext cx="411480" cy="4114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F172A"/>
                </a:solidFill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017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20440"/>
            <a:ext cx="2926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F87171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Docker CLI is powerful but not beginner-friendly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F87171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Paid platforms (Heroku, Railway) are expensive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F87171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No free, visual tool for small teams / 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834640"/>
            <a:ext cx="3474720" cy="329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4879" y="3063240"/>
            <a:ext cx="411480" cy="4114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F172A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19" y="3017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520440"/>
            <a:ext cx="2926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Web-based dashboard for full Docker management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One-click deployments &amp; app templates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Real-time logs, metrics &amp; network visualization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834640"/>
            <a:ext cx="3474720" cy="329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920" y="306324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F172A"/>
                </a:solidFill>
              </a:rP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017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Target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520440"/>
            <a:ext cx="2926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Students learning containerization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Developers on personal VPS / homelab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Small teams needing free PaaS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3 / 11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55448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3619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Design and develop a web-based Docker container management dashboard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4884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3055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Implement container lifecycle operations (create, start, stop, restart, delete) via REST APIs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4320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2491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Provide real-time log streaming and resource metrics using Server-Sent Events (SSE)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192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Build an interactive network topology visualization using D3.js force-directed graphs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93192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1363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Enable automated CI/CD deployments via GitHub webhooks with language auto-detection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2628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50799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Implement role-based access control (RBAC) with three user roles: Admin, Developer, Viewer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12064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F172A"/>
                </a:solidFill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10235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Offer one-click deployment templates for 8 popular services (Ghost, Gitea, Redis, etc.)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71500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F172A"/>
                </a:solidFill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69671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Make Docker internals (namespaces, cgroups, OverlayFS) visually educational in the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Full-stack Next.js 15 with Docker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4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51760" cy="50292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103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Next.js 15 App Router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React 19 + TypeScript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Tailwind CSS + Shadcn/ui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Recharts + D3.js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Framer Motion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46120" y="3840480"/>
            <a:ext cx="201168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651760" cy="502920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API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42316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6060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3703320" y="3108960"/>
            <a:ext cx="2103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Next.js Route Handlers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REST API endpoints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SSE streaming routes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NextAuth.js v5 (JWT)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Zod validation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26480" y="3840480"/>
            <a:ext cx="201168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59" y="1828800"/>
            <a:ext cx="2651760" cy="502920"/>
          </a:xfrm>
          <a:prstGeom prst="roundRect">
            <a:avLst>
              <a:gd name="adj" fmla="val 1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Backend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42316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26060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583679" y="3108960"/>
            <a:ext cx="2103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dockerode SDK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Prisma ORM + SQLite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simple-git (clone/pull)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bcryptjs (passwords)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Buildpack detection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006839" y="3840480"/>
            <a:ext cx="201168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89719" y="1828800"/>
            <a:ext cx="2651760" cy="502920"/>
          </a:xfrm>
          <a:prstGeom prst="roundRect">
            <a:avLst>
              <a:gd name="adj" fmla="val 15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Infrastructure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19" y="242316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39" y="26060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9464039" y="3108960"/>
            <a:ext cx="2103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FBBF24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Docker Engine API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FBBF24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/var/run/docker.sock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FBBF24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Container runtime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FBBF24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Bridge networks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FBBF24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OverlayFS layers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Container Management &amp; Real-Time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5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56616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📦  Container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List all containers with live status badges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Start, stop, restart, pause, unpause actions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Container details modal (logs, metrics, env)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Force remove containers (admin only)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56616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📊  Real-Time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1460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CPU &amp; memory usage line charts (Recharts)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Network I/O monitoring (bytes in/out)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SSE streams updating every 2 seconds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Last 60 data points for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56616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📝  Live Log Streaming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1460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Color-coded stdout (green) / stderr (red)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Auto-scroll with manual pause toggle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Server-Sent Events for real-time delivery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Terminal-style dark viewer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Deployment, Networking &amp;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6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56616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🌐  Network Topology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D3.js force-directed interactive graph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Containers as circles, networks as diamonds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Color-coded by state (running/stopped/paused)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Drag, zoom, hover for 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56616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🚀  GitHub Auto-Deploy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1460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FBBF24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Webhook receiver with HMAC-SHA256 verification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FBBF24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Auto-detect: Node.js, Python, PHP, Static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FBBF24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Generate Dockerfile if missing (buildpacks)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FBBF24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Hot-swap running containers on push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56616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🎯  One-Click 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1460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8 pre-configured services ready to deploy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Ghost, Gitea, Nextcloud, Uptime Kuma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Vaultwarden, n8n, Redis, PostgreSQL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Pre-set ports and environment variables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Database Design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Prisma ORM + SQLite | NextAuth.js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7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🗄  Database Schema (Prisma + SQLite)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User  —  id, email, password (bcrypt), role, name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Deployment  —  appName, imageTag, status, logs, triggeredBy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AppConfig  —  appName, envVars (JSON), domain, port, repoUrl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Account  —  NextAuth OAuth provider links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Session  —  JWT session tokens &amp; expiry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VerificationToken  —  Email verification 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🔒  Role-Based Access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Permission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14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Segoe UI"/>
              </a:defRPr>
            </a:pPr>
            <a:r>
              <a:t>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514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Segoe UI"/>
              </a:defRPr>
            </a:pPr>
            <a:r>
              <a:t>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2514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834640"/>
            <a:ext cx="493776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View containers/logs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971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971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2971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107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Pull 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4107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4107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34107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496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Create containers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8496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8496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38496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885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Start/stop/restart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2885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42885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42885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27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Edit env variables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7274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7274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47274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166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Delete containers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5166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5166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5166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6052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Manage users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56052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56052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56052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Modern full-stack web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8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2743200" cy="45720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172A"/>
                </a:solidFill>
              </a:rP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Next.js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App Router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4612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React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UI library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2336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TypeScript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Type safety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0060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Tailwind 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Utility-first styling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57784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Shadcn/ui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50+ UI components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1828800"/>
            <a:ext cx="2743200" cy="457200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172A"/>
                </a:solidFill>
              </a:rPr>
              <a:t>Visualization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246888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Recharts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Real-time charts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24612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D3.js v7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Network graph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402336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Framer Motion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Animations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480060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Lucide React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Icon system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557784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next-themes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Dark mode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1828800"/>
            <a:ext cx="2743200" cy="457200"/>
          </a:xfrm>
          <a:prstGeom prst="roundRect">
            <a:avLst>
              <a:gd name="adj" fmla="val 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172A"/>
                </a:solidFill>
              </a:rPr>
              <a:t>Backend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246888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dockerode v4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Docker SDK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324612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Prisma 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Database layer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402336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NextAuth.js v5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Authentication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480060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simple-git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Git operations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9360" y="557784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bcryptjs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Password hashing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0" y="1828800"/>
            <a:ext cx="2743200" cy="457200"/>
          </a:xfrm>
          <a:prstGeom prst="roundRect">
            <a:avLst>
              <a:gd name="adj" fmla="val 5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172A"/>
                </a:solidFill>
              </a:rPr>
              <a:t>Infrastructure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35440" y="246888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SQLite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Embedded database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35440" y="324612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1832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Docker Engine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2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Container runtime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35440" y="402336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832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2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Real-time streaming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35440" y="480060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1832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Zod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1832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Schema validation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235440" y="557784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1832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pnpm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18320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Package manager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Educational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Making Docker internals visible in the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When a container boots, the UI reveals the 5 underlying OS concepts step-by-step: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42316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Linux Namespaces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Isolates PID tree, network stack, mount points, hostname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Provides process isolation — each container sees only its own processes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1069848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29184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Control Groups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520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Limits CPU, memory, and I/O consumption per container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Prevents any single container from monopolizing host resources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1069848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OverlayFS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89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Copy-on-write writable layer on top of read-only image layers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Efficient storage — shared base layers, only diffs stored per container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92040"/>
            <a:ext cx="1069848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5029200"/>
            <a:ext cx="457200" cy="4572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937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Bridge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257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Virtual ethernet interface with iptables NAT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074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Enables port binding and inter-container communication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760720"/>
            <a:ext cx="1069848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5897880"/>
            <a:ext cx="457200" cy="4572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806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PID 1 Process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6126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Runs entrypoint command, handles SIGTERM graceful shutdown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943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Container's main process — when it exits, the container stops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Implementation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Agile phased approach with incremental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10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1005840" cy="36576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Project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Environment, dependencies, Prisma schema, DB seed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2743200"/>
            <a:ext cx="164592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8288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965960"/>
            <a:ext cx="1005840" cy="36576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Docker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8346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Container CRUD, image pull, REST endpoints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35040" y="2743200"/>
            <a:ext cx="164592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1965960"/>
            <a:ext cx="1005840" cy="365760"/>
          </a:xfrm>
          <a:prstGeom prst="roundRect">
            <a:avLst>
              <a:gd name="adj" fmla="val 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Real-Time Streams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346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SSE log streaming, live metrics charts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15400" y="2743200"/>
            <a:ext cx="164592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98280" y="18288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35440" y="1965960"/>
            <a:ext cx="1005840" cy="365760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Authentication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8346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NextAuth.js, login page, RBAC middleware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8912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4526280"/>
            <a:ext cx="1005840" cy="365760"/>
          </a:xfrm>
          <a:prstGeom prst="roundRect">
            <a:avLst>
              <a:gd name="adj" fmla="val 5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Network 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949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D3.js topology visualization, /network page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154680" y="5303520"/>
            <a:ext cx="164592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37560" y="438912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74720" y="4526280"/>
            <a:ext cx="1005840" cy="365760"/>
          </a:xfrm>
          <a:prstGeom prst="roundRect">
            <a:avLst>
              <a:gd name="adj" fmla="val 5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Phase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Auto-Deploy CI/CD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53949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GitHub webhooks, buildpacks, hot-swap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035040" y="5303520"/>
            <a:ext cx="164592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17920" y="438912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5080" y="4526280"/>
            <a:ext cx="1005840" cy="36576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Phase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Templates &amp; Env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3949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8 app templates, env vars editor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915400" y="5303520"/>
            <a:ext cx="164592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98280" y="438912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235440" y="4526280"/>
            <a:ext cx="1005840" cy="365760"/>
          </a:xfrm>
          <a:prstGeom prst="roundRect">
            <a:avLst>
              <a:gd name="adj" fmla="val 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Phase 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Polish &amp; Testing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53949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Error boundaries, responsive UI, 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11 /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✅ 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Successfully designed a full-stack Docker management platform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Demonstrates OS concepts: namespaces, cgroups, OverlayFS, networking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Real-time monitoring with SSE (Server-Sent Events)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Automated CI/CD pipeline with GitHub webhook integration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Role-based security with three-tier access control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Educational UI making Docker internals visible and understandable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Built with modern web stack: Next.js 15, React 19, TypeScript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🔭  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1460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Kubernetes cluster management support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Multi-node Docker Swarm orchestration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Custom domain mapping with SSL (Let's Encrypt)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CI/CD pipeline with GitLab &amp; Bitbucket support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Resource usage alerts &amp; email notifications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Mobile-responsive PWA for on-the-go management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 </a:t>
            </a:r>
            <a:r>
              <a:rPr sz="1300">
                <a:solidFill>
                  <a:srgbClr val="CBD5E1"/>
                </a:solidFill>
                <a:latin typeface="Segoe UI"/>
              </a:rPr>
              <a:t>Plugin system for community extensions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6355080"/>
            <a:ext cx="758952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635508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